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S-Pen Detection System –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End-to-end workflow of S-Pen detection using</a:t>
            </a:r>
          </a:p>
          <a:p>
            <a:r>
              <a:t>- Camera (OpenCV)</a:t>
            </a:r>
          </a:p>
          <a:p>
            <a:r>
              <a:t>- YOLO ML model</a:t>
            </a:r>
          </a:p>
          <a:p>
            <a:r>
              <a:t>- Arduino trigger</a:t>
            </a:r>
          </a:p>
          <a:p>
            <a:r>
              <a:t>- Orientation validation</a:t>
            </a:r>
          </a:p>
          <a:p>
            <a:r>
              <a:t>- PASS/FAIL decision logic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Detect S-Pen correctly while avoiding:</a:t>
            </a:r>
          </a:p>
          <a:p>
            <a:r>
              <a:t>- Wrong phone orientation</a:t>
            </a:r>
          </a:p>
          <a:p>
            <a:r>
              <a:t>- Partial insertion</a:t>
            </a:r>
          </a:p>
          <a:p>
            <a:r>
              <a:t>- False positives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ML Pipeline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Data collection</a:t>
            </a:r>
          </a:p>
          <a:p>
            <a:r>
              <a:t>2. Annotation</a:t>
            </a:r>
          </a:p>
          <a:p>
            <a:r>
              <a:t>3. Model training</a:t>
            </a:r>
          </a:p>
          <a:p>
            <a:r>
              <a:t>4. Deployment</a:t>
            </a:r>
          </a:p>
          <a:p>
            <a:r>
              <a:t>5. Real-time inference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Trigger-Based Inference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Inference runs only when Arduino sends 1</a:t>
            </a:r>
          </a:p>
          <a:p>
            <a:r>
              <a:t>Reduces CPU load</a:t>
            </a:r>
          </a:p>
          <a:p>
            <a:r>
              <a:t>Improves reliability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OpenCV Camera Basics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cap = cv2.VideoCapture(0)</a:t>
            </a:r>
          </a:p>
          <a:p>
            <a:r>
              <a:t>ret, frame = cap.read()</a:t>
            </a:r>
          </a:p>
          <a:p>
            <a:r>
              <a:t>Frames are passed to ML model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YOLO Inference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Frame → YOLO → Bounding boxes</a:t>
            </a:r>
          </a:p>
          <a:p>
            <a:r>
              <a:t>Filter by class &amp; confidence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Orientation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Pen detected even when phone flipped</a:t>
            </a:r>
          </a:p>
          <a:p>
            <a:r>
              <a:t>Solution: mic/USB reference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Template Matching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Crop mic/USB once</a:t>
            </a:r>
          </a:p>
          <a:p>
            <a:r>
              <a:t>cv2.matchTemplate()</a:t>
            </a:r>
          </a:p>
          <a:p>
            <a:r>
              <a:t>LEFT = correct</a:t>
            </a:r>
          </a:p>
          <a:p>
            <a:r>
              <a:t>RIGHT = wrong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PASS / FAIL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PASS if:</a:t>
            </a:r>
          </a:p>
          <a:p>
            <a:r>
              <a:t>- Pen present</a:t>
            </a:r>
          </a:p>
          <a:p>
            <a:r>
              <a:t>- Orientation correct</a:t>
            </a:r>
          </a:p>
          <a:p/>
          <a:p>
            <a:r>
              <a:t>Else FAIL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Arduino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Input: Object presence</a:t>
            </a:r>
          </a:p>
          <a:p>
            <a:r>
              <a:t>Output: Conveyor control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GUI Responsibilities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Live feed</a:t>
            </a:r>
          </a:p>
          <a:p>
            <a:r>
              <a:t>Status display</a:t>
            </a:r>
          </a:p>
          <a:p>
            <a:r>
              <a:t>Serial handling</a:t>
            </a:r>
          </a:p>
          <a:p>
            <a:r>
              <a:t>Operator control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End-to-End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Object → Trigger → Camera</a:t>
            </a:r>
          </a:p>
          <a:p>
            <a:r>
              <a:t>→ ML → Orientation → Decision → Conveyor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